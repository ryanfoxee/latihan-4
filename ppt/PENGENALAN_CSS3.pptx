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99" r:id="rId5"/>
    <p:sldId id="300" r:id="rId6"/>
    <p:sldId id="301" r:id="rId7"/>
    <p:sldId id="302" r:id="rId8"/>
    <p:sldId id="297" r:id="rId9"/>
    <p:sldId id="303" r:id="rId10"/>
    <p:sldId id="304" r:id="rId11"/>
    <p:sldId id="305" r:id="rId12"/>
    <p:sldId id="306" r:id="rId13"/>
    <p:sldId id="266" r:id="rId14"/>
    <p:sldId id="3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6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4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161" y="1308391"/>
            <a:ext cx="3339920" cy="35457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5841" y="4982934"/>
            <a:ext cx="3334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 smtClean="0">
                <a:solidFill>
                  <a:prstClr val="black"/>
                </a:solidFill>
                <a:latin typeface="Cascadia Code" panose="020B0509020204030204" pitchFamily="49" charset="0"/>
              </a:rPr>
              <a:t>Pengenalan</a:t>
            </a:r>
            <a:r>
              <a:rPr lang="en-US" sz="2800" dirty="0" smtClean="0">
                <a:solidFill>
                  <a:prstClr val="black"/>
                </a:solidFill>
                <a:latin typeface="Cascadia Code" panose="020B0509020204030204" pitchFamily="49" charset="0"/>
              </a:rPr>
              <a:t> CSS3</a:t>
            </a:r>
            <a:endParaRPr lang="en-US" sz="2800" dirty="0">
              <a:solidFill>
                <a:prstClr val="black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5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8044" y="3000777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https://github.com/ryanfoxee</a:t>
            </a:r>
          </a:p>
        </p:txBody>
      </p:sp>
    </p:spTree>
    <p:extLst>
      <p:ext uri="{BB962C8B-B14F-4D97-AF65-F5344CB8AC3E}">
        <p14:creationId xmlns:p14="http://schemas.microsoft.com/office/powerpoint/2010/main" val="150678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CSS3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“CSS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Generasi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ke-3 yang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direkomendasikan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oleh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W3C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Generasi ke-3 dari spesifikasi CSS yang direkomendasikan oleh W3C. - PDF 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532" y="483986"/>
            <a:ext cx="5955449" cy="59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9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4 - CSS Selectors, CSS3 and Web typograph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3" b="5793"/>
          <a:stretch/>
        </p:blipFill>
        <p:spPr bwMode="auto">
          <a:xfrm>
            <a:off x="2229072" y="827335"/>
            <a:ext cx="8064679" cy="534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93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4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4400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Kenapa</a:t>
            </a:r>
            <a:r>
              <a:rPr lang="en-US" sz="4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CSS3 ?</a:t>
            </a:r>
            <a:endParaRPr lang="en-US" sz="4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7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website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menjadi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lebih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fleksibel</a:t>
            </a:r>
            <a:endParaRPr lang="en-US" sz="24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mock-up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cepat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tanpa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bantuan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ahasa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scripting</a:t>
            </a:r>
          </a:p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Mengurangi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pengunaan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gambar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mempercepat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load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halaman</a:t>
            </a:r>
            <a:endParaRPr lang="en-US" sz="24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Penggunaan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selector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menghindari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penggunaan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markup yang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boros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8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Sebelum</a:t>
            </a:r>
            <a:r>
              <a:rPr lang="en-US" sz="4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CSS3</a:t>
            </a:r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3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</a:t>
            </a:r>
            <a:r>
              <a:rPr lang="en-US" sz="32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an</a:t>
            </a:r>
            <a:endParaRPr lang="en-US" sz="32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4000" b="1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Sesudah</a:t>
            </a:r>
            <a:r>
              <a:rPr lang="en-US" sz="4000" b="1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CSS3</a:t>
            </a:r>
            <a:endParaRPr lang="en-US" sz="4000" b="1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0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3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3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US" sz="3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CSS3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245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6670"/>
            <a:ext cx="10515600" cy="56102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Border radius		selector </a:t>
            </a:r>
            <a:r>
              <a:rPr lang="en-US" sz="3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lanjutan</a:t>
            </a:r>
            <a:endParaRPr lang="en-US" sz="3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Opacity			</a:t>
            </a:r>
            <a:r>
              <a:rPr lang="en-US" sz="3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webfont</a:t>
            </a:r>
            <a:endParaRPr lang="en-US" sz="3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3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HSLa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media queries</a:t>
            </a: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Box-sizing		transform (2D &amp; 3D)</a:t>
            </a: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Box-shadow		CSS transition</a:t>
            </a: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Text-shadow		CSS animation</a:t>
            </a:r>
          </a:p>
          <a:p>
            <a:pPr marL="0" indent="0">
              <a:buNone/>
            </a:pPr>
            <a:r>
              <a:rPr lang="en-US" sz="3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-gradient		CSS filter</a:t>
            </a: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		Flexbox</a:t>
            </a:r>
          </a:p>
          <a:p>
            <a:pPr marL="0" indent="0">
              <a:buNone/>
            </a:pP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Pseudo-element	Grid</a:t>
            </a: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2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32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CSS3 with support </a:t>
            </a:r>
            <a:r>
              <a:rPr lang="en-US" sz="32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browsers</a:t>
            </a:r>
            <a:endParaRPr lang="en-US" sz="32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2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mengatasinya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harus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enambahkan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verdor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-prefixes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10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v</a:t>
            </a:r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endor-prefixes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  <a:r>
              <a:rPr lang="en-US" sz="4000" dirty="0" err="1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webkit</a:t>
            </a: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  <a:endParaRPr lang="en-US" sz="4000" dirty="0">
              <a:latin typeface="Source Code Pro" panose="020B0509030403020204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  <a:r>
              <a:rPr lang="en-US" sz="4000" dirty="0" err="1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moz</a:t>
            </a: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  <a:endParaRPr lang="en-US" sz="4000" dirty="0">
              <a:latin typeface="Source Code Pro" panose="020B0509030403020204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  <a:r>
              <a:rPr lang="en-US" sz="4000" dirty="0" err="1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ie</a:t>
            </a: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 algn="ctr">
              <a:buNone/>
            </a:pPr>
            <a:r>
              <a:rPr lang="en-US" sz="4000" dirty="0" smtClean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-o-</a:t>
            </a:r>
          </a:p>
        </p:txBody>
      </p:sp>
    </p:spTree>
    <p:extLst>
      <p:ext uri="{BB962C8B-B14F-4D97-AF65-F5344CB8AC3E}">
        <p14:creationId xmlns:p14="http://schemas.microsoft.com/office/powerpoint/2010/main" val="200476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ara Memilih Browser yang Sesuai dengan Anda | Superpro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500062"/>
            <a:ext cx="10096500" cy="56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91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76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Adobe Gothic Std B</vt:lpstr>
      <vt:lpstr>Arial</vt:lpstr>
      <vt:lpstr>Calibri</vt:lpstr>
      <vt:lpstr>Calibri Light</vt:lpstr>
      <vt:lpstr>Cascadia Code</vt:lpstr>
      <vt:lpstr>Courier New</vt:lpstr>
      <vt:lpstr>Source Code Pro</vt:lpstr>
      <vt:lpstr>Office Theme</vt:lpstr>
      <vt:lpstr>PowerPoint Presentation</vt:lpstr>
      <vt:lpstr>PowerPoint Presentation</vt:lpstr>
      <vt:lpstr>CSS3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vendor-prefixes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</dc:creator>
  <cp:lastModifiedBy>riyan</cp:lastModifiedBy>
  <cp:revision>34</cp:revision>
  <dcterms:created xsi:type="dcterms:W3CDTF">2021-03-09T09:25:25Z</dcterms:created>
  <dcterms:modified xsi:type="dcterms:W3CDTF">2021-03-23T00:31:35Z</dcterms:modified>
</cp:coreProperties>
</file>