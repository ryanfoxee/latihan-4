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3" r:id="rId5"/>
    <p:sldId id="297" r:id="rId6"/>
    <p:sldId id="292" r:id="rId7"/>
    <p:sldId id="264" r:id="rId8"/>
    <p:sldId id="266" r:id="rId9"/>
    <p:sldId id="293" r:id="rId10"/>
    <p:sldId id="267" r:id="rId11"/>
    <p:sldId id="294" r:id="rId12"/>
    <p:sldId id="295" r:id="rId13"/>
    <p:sldId id="29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4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6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4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3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38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9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8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4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388EA-3D9A-4DFA-83A1-9E1168846B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1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161" y="1308391"/>
            <a:ext cx="3339920" cy="35457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25833" y="4982934"/>
            <a:ext cx="2914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prstClr val="black"/>
                </a:solidFill>
                <a:latin typeface="Cascadia Code" panose="020B0509020204030204" pitchFamily="49" charset="0"/>
              </a:rPr>
              <a:t>CSS </a:t>
            </a:r>
            <a:r>
              <a:rPr lang="en-US" sz="2800" dirty="0" err="1">
                <a:solidFill>
                  <a:prstClr val="black"/>
                </a:solidFill>
                <a:latin typeface="Cascadia Code" panose="020B0509020204030204" pitchFamily="49" charset="0"/>
              </a:rPr>
              <a:t>Layouting</a:t>
            </a:r>
            <a:endParaRPr lang="en-US" sz="2800" dirty="0">
              <a:solidFill>
                <a:prstClr val="black"/>
              </a:solidFill>
              <a:latin typeface="Cascadia Code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95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8044" y="3000777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https://github.com/ryanfoxee</a:t>
            </a:r>
          </a:p>
        </p:txBody>
      </p:sp>
    </p:spTree>
    <p:extLst>
      <p:ext uri="{BB962C8B-B14F-4D97-AF65-F5344CB8AC3E}">
        <p14:creationId xmlns:p14="http://schemas.microsoft.com/office/powerpoint/2010/main" val="150678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“CSS float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adalah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yang</a:t>
            </a: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digunakan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untuk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mengatur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posisi</a:t>
            </a:r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.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dapat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dipaksa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untuk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berada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disebelah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kiri</a:t>
            </a:r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atau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kanan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parent-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nya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60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none</a:t>
            </a:r>
          </a:p>
          <a:p>
            <a:pPr marL="0" indent="0" algn="ctr">
              <a:buNone/>
            </a:pPr>
            <a:r>
              <a:rPr lang="en-US" sz="3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left</a:t>
            </a:r>
          </a:p>
          <a:p>
            <a:pPr marL="0" indent="0" algn="ctr">
              <a:buNone/>
            </a:pPr>
            <a:r>
              <a:rPr lang="en-US" sz="3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right</a:t>
            </a:r>
          </a:p>
          <a:p>
            <a:pPr marL="0" indent="0" algn="ctr">
              <a:buNone/>
            </a:pP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71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4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ormal-flow</a:t>
            </a:r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3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</a:t>
            </a:r>
            <a:r>
              <a:rPr lang="en-US" sz="32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an</a:t>
            </a:r>
            <a:endParaRPr lang="en-US" sz="32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r>
              <a:rPr lang="en-US" sz="4000" b="1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out-of-flow</a:t>
            </a:r>
            <a:endParaRPr lang="en-US" sz="4000" b="1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203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81575" cy="435133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text wrapping</a:t>
            </a:r>
          </a:p>
          <a:p>
            <a:pPr marL="0" indent="0">
              <a:buNone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membuat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teks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mengelilingi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image </a:t>
            </a: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galery</a:t>
            </a:r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membuat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kumpulan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gambar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galeri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multi-column layout</a:t>
            </a:r>
          </a:p>
          <a:p>
            <a:pPr marL="0" indent="0">
              <a:buNone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membuat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halaman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beberapa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kolom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  <a:endParaRPr lang="en-US" sz="2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641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cara</a:t>
            </a:r>
            <a:r>
              <a:rPr lang="en-US" sz="4000" b="1" dirty="0"/>
              <a:t> </a:t>
            </a:r>
            <a:r>
              <a:rPr lang="en-US" sz="4000" b="1" dirty="0" err="1"/>
              <a:t>membersihkan</a:t>
            </a:r>
            <a:r>
              <a:rPr lang="en-US" sz="4000" b="1" dirty="0"/>
              <a:t> 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Menggunakan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overflow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Menggunakan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&lt;div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&gt;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Menggunakan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teknik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micro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clearfix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8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clear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untuk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menghentikan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atau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membersihkan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float</a:t>
            </a:r>
          </a:p>
          <a:p>
            <a:pPr marL="0" indent="0" algn="ctr">
              <a:buNone/>
            </a:pPr>
            <a:endParaRPr lang="en-US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left</a:t>
            </a: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right</a:t>
            </a: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both</a:t>
            </a:r>
          </a:p>
        </p:txBody>
      </p:sp>
    </p:spTree>
    <p:extLst>
      <p:ext uri="{BB962C8B-B14F-4D97-AF65-F5344CB8AC3E}">
        <p14:creationId xmlns:p14="http://schemas.microsoft.com/office/powerpoint/2010/main" val="200476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untuk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mengubah</a:t>
            </a:r>
            <a:r>
              <a:rPr lang="en-US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posisi</a:t>
            </a:r>
            <a:r>
              <a:rPr lang="en-US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elemen-elemen</a:t>
            </a:r>
            <a:r>
              <a:rPr lang="en-US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html</a:t>
            </a:r>
            <a:endParaRPr lang="en-US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static</a:t>
            </a: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relative</a:t>
            </a: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absolute</a:t>
            </a: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fixed</a:t>
            </a:r>
          </a:p>
        </p:txBody>
      </p:sp>
    </p:spTree>
    <p:extLst>
      <p:ext uri="{BB962C8B-B14F-4D97-AF65-F5344CB8AC3E}">
        <p14:creationId xmlns:p14="http://schemas.microsoft.com/office/powerpoint/2010/main" val="191129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>
                <a:latin typeface="Source Code Pro" panose="020B0509030403020204" pitchFamily="49" charset="0"/>
                <a:ea typeface="Source Code Pro" panose="020B0509030403020204" pitchFamily="49" charset="0"/>
              </a:rPr>
              <a:t>static</a:t>
            </a:r>
            <a:endParaRPr lang="en-US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Nilai default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tiap-tiap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diberikan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Position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selain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static (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non-static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membuat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menjadi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seolah-olah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berbeda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dimensi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lainnya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Nilai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static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yaitu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top, left, right, 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bottom.</a:t>
            </a:r>
          </a:p>
        </p:txBody>
      </p:sp>
    </p:spTree>
    <p:extLst>
      <p:ext uri="{BB962C8B-B14F-4D97-AF65-F5344CB8AC3E}">
        <p14:creationId xmlns:p14="http://schemas.microsoft.com/office/powerpoint/2010/main" val="197256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relative</a:t>
            </a:r>
            <a:endParaRPr lang="en-US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menggerakkan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relative (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top, left, right, bottom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ruang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yang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ditempati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oleh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tersebut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masih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menggerakkan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relative,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bergerak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relatif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terhadap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posisi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semula-nya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Jika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memberikan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nilai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top: 0;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dan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left: 0;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maka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berubah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posisinya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0842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>
                <a:latin typeface="Source Code Pro" panose="020B0509030403020204" pitchFamily="49" charset="0"/>
                <a:ea typeface="Source Code Pro" panose="020B0509030403020204" pitchFamily="49" charset="0"/>
              </a:rPr>
              <a:t>absolute</a:t>
            </a:r>
            <a:endParaRPr lang="en-US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menggerakkan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absolute (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top, left, right, bottom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ruang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yang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ditempati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oleh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tersebut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dianggap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ada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menggerakkan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absolute,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bergerak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relatif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terhadap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posisi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parent-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nya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selama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parentnya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memiliki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posisi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non-static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Jika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memberikan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nilai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top: 0;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dan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left: 0;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maka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berada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diujung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atas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parent-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nya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5219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fixed</a:t>
            </a:r>
            <a:endParaRPr lang="en-US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menggerakkan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fixed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top, left, right, bottom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ruang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yang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ditempati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oleh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tersebut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dianggap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ada</a:t>
            </a:r>
            <a:r>
              <a:rPr lang="en-US" sz="24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  <a:endParaRPr lang="en-US" sz="24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Jika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memberikan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nilai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top: 0;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dan 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left: 0;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maka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berada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diujung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atas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window browser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scroll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halaman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web-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nya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fixed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terkunci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atau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bergerak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250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355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Adobe Gothic Std B</vt:lpstr>
      <vt:lpstr>Arial</vt:lpstr>
      <vt:lpstr>Calibri</vt:lpstr>
      <vt:lpstr>Calibri Light</vt:lpstr>
      <vt:lpstr>Cascadia Code</vt:lpstr>
      <vt:lpstr>Courier New</vt:lpstr>
      <vt:lpstr>Source Code Pro</vt:lpstr>
      <vt:lpstr>Wingdings</vt:lpstr>
      <vt:lpstr>Office Theme</vt:lpstr>
      <vt:lpstr>PowerPoint Presentation</vt:lpstr>
      <vt:lpstr>PowerPoint Presentation</vt:lpstr>
      <vt:lpstr>Float</vt:lpstr>
      <vt:lpstr>float</vt:lpstr>
      <vt:lpstr>Float</vt:lpstr>
      <vt:lpstr>float</vt:lpstr>
      <vt:lpstr>cara membersihkan float</vt:lpstr>
      <vt:lpstr>clear</vt:lpstr>
      <vt:lpstr>position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riyan</dc:creator>
  <cp:lastModifiedBy>riyan</cp:lastModifiedBy>
  <cp:revision>30</cp:revision>
  <dcterms:created xsi:type="dcterms:W3CDTF">2021-03-09T09:25:25Z</dcterms:created>
  <dcterms:modified xsi:type="dcterms:W3CDTF">2021-03-22T23:54:14Z</dcterms:modified>
</cp:coreProperties>
</file>